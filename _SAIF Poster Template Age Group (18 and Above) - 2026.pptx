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</p:sldIdLst>
  <p:sldSz cy="43891200" cx="32918400"/>
  <p:notesSz cx="6858000" cy="9144000"/>
  <p:embeddedFontLst>
    <p:embeddedFont>
      <p:font typeface="IBM Plex Sans Arabic Medium"/>
      <p:regular r:id="rId7"/>
      <p:bold r:id="rId8"/>
    </p:embeddedFont>
    <p:embeddedFont>
      <p:font typeface="IBM Plex Sans Arabic"/>
      <p:regular r:id="rId9"/>
      <p:bold r:id="rId10"/>
    </p:embeddedFont>
    <p:embeddedFont>
      <p:font typeface="IBM Plex Sans Arabic Light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824">
          <p15:clr>
            <a:srgbClr val="747775"/>
          </p15:clr>
        </p15:guide>
        <p15:guide id="2" pos="10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824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IBMPlexSansArabicLight-regular.fntdata"/><Relationship Id="rId10" Type="http://schemas.openxmlformats.org/officeDocument/2006/relationships/font" Target="fonts/IBMPlexSansArabic-bold.fntdata"/><Relationship Id="rId12" Type="http://schemas.openxmlformats.org/officeDocument/2006/relationships/font" Target="fonts/IBMPlexSansArabicLight-bold.fntdata"/><Relationship Id="rId9" Type="http://schemas.openxmlformats.org/officeDocument/2006/relationships/font" Target="fonts/IBMPlexSansArabic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BMPlexSansArabicMedium-regular.fntdata"/><Relationship Id="rId8" Type="http://schemas.openxmlformats.org/officeDocument/2006/relationships/font" Target="fonts/IBMPlexSansArabic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 Group (18 and above)" type="title">
  <p:cSld name="TITLE">
    <p:bg>
      <p:bgPr>
        <a:gradFill>
          <a:gsLst>
            <a:gs pos="0">
              <a:srgbClr val="0E3F3C"/>
            </a:gs>
            <a:gs pos="100000">
              <a:srgbClr val="0E3F3C">
                <a:alpha val="36078"/>
              </a:srgbClr>
            </a:gs>
          </a:gsLst>
          <a:lin ang="5400700" scaled="0"/>
        </a:gra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4000" y="680350"/>
            <a:ext cx="2889774" cy="209675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/>
          <p:nvPr/>
        </p:nvSpPr>
        <p:spPr>
          <a:xfrm>
            <a:off x="150" y="0"/>
            <a:ext cx="32918400" cy="43891200"/>
          </a:xfrm>
          <a:prstGeom prst="rect">
            <a:avLst/>
          </a:prstGeom>
          <a:gradFill>
            <a:gsLst>
              <a:gs pos="0">
                <a:srgbClr val="0E3F3C"/>
              </a:gs>
              <a:gs pos="100000">
                <a:srgbClr val="0E3F3C">
                  <a:alpha val="36078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4000" y="680350"/>
            <a:ext cx="2889774" cy="209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0" l="63252" r="0" t="0"/>
          <a:stretch/>
        </p:blipFill>
        <p:spPr>
          <a:xfrm>
            <a:off x="28863375" y="921000"/>
            <a:ext cx="1852999" cy="17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 title="الشعار بدون خلفية.png"/>
          <p:cNvPicPr preferRelativeResize="0"/>
          <p:nvPr/>
        </p:nvPicPr>
        <p:blipFill rotWithShape="1">
          <a:blip r:embed="rId4">
            <a:alphaModFix/>
          </a:blip>
          <a:srcRect b="30043" l="24460" r="24455" t="30043"/>
          <a:stretch/>
        </p:blipFill>
        <p:spPr>
          <a:xfrm>
            <a:off x="18999596" y="921000"/>
            <a:ext cx="2237225" cy="174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49650" t="0"/>
          <a:stretch/>
        </p:blipFill>
        <p:spPr>
          <a:xfrm>
            <a:off x="26442488" y="1024834"/>
            <a:ext cx="2237224" cy="15403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2"/>
          <p:cNvCxnSpPr/>
          <p:nvPr/>
        </p:nvCxnSpPr>
        <p:spPr>
          <a:xfrm>
            <a:off x="23164500" y="1155500"/>
            <a:ext cx="0" cy="1264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" name="Google Shape;1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67832" y="1277875"/>
            <a:ext cx="2285496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0859800" y="1267025"/>
            <a:ext cx="125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بتنظــــيــــم </a:t>
            </a:r>
            <a:endParaRPr sz="2400">
              <a:solidFill>
                <a:srgbClr val="FFFFFF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مـــــــــــــــــــــن </a:t>
            </a:r>
            <a:endParaRPr sz="2400">
              <a:solidFill>
                <a:srgbClr val="FFFFFF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21300525" y="1267025"/>
            <a:ext cx="15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الشــــــــريـــك</a:t>
            </a:r>
            <a:endParaRPr sz="2400">
              <a:solidFill>
                <a:srgbClr val="FFFFFF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الاستراتيجي</a:t>
            </a:r>
            <a:endParaRPr sz="2400">
              <a:solidFill>
                <a:srgbClr val="FFFFFF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cxnSp>
        <p:nvCxnSpPr>
          <p:cNvPr id="17" name="Google Shape;17;p2"/>
          <p:cNvCxnSpPr/>
          <p:nvPr/>
        </p:nvCxnSpPr>
        <p:spPr>
          <a:xfrm>
            <a:off x="18687411" y="1155500"/>
            <a:ext cx="0" cy="1264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" name="Google Shape;18;p2"/>
          <p:cNvSpPr txBox="1"/>
          <p:nvPr/>
        </p:nvSpPr>
        <p:spPr>
          <a:xfrm>
            <a:off x="16844142" y="1267025"/>
            <a:ext cx="15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الشــــــــريـــك</a:t>
            </a:r>
            <a:endParaRPr sz="2400">
              <a:solidFill>
                <a:srgbClr val="FFFFFF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الرئيســــــــــــي</a:t>
            </a:r>
            <a:endParaRPr sz="2400">
              <a:solidFill>
                <a:srgbClr val="FFFFFF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pic>
        <p:nvPicPr>
          <p:cNvPr id="19" name="Google Shape;19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773700" y="1405084"/>
            <a:ext cx="2237226" cy="901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3F3C"/>
            </a:gs>
            <a:gs pos="100000">
              <a:srgbClr val="0E3F3C">
                <a:alpha val="36078"/>
              </a:srgbClr>
            </a:gs>
          </a:gsLst>
          <a:lin ang="5400700" scaled="0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806100" y="3404750"/>
            <a:ext cx="31306200" cy="32532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1228725" y="3855163"/>
            <a:ext cx="16344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Innovation Title</a:t>
            </a:r>
            <a:endParaRPr b="1" sz="7200">
              <a:solidFill>
                <a:srgbClr val="0E3F3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1228725" y="5148175"/>
            <a:ext cx="1552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Student Name: </a:t>
            </a:r>
            <a:endParaRPr sz="48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25742325" y="5148175"/>
            <a:ext cx="604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ID: </a:t>
            </a:r>
            <a:endParaRPr sz="4800">
              <a:solidFill>
                <a:srgbClr val="0E3F3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0469425" y="3818700"/>
            <a:ext cx="1315500" cy="923400"/>
          </a:xfrm>
          <a:prstGeom prst="rect">
            <a:avLst/>
          </a:prstGeom>
          <a:noFill/>
          <a:ln cap="flat" cmpd="sng" w="9525">
            <a:solidFill>
              <a:srgbClr val="0E3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Country Flag Here</a:t>
            </a:r>
            <a:endParaRPr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06100" y="7393700"/>
            <a:ext cx="12605100" cy="124563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4173200" y="7393700"/>
            <a:ext cx="17933100" cy="124563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1228725" y="7980075"/>
            <a:ext cx="1180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Introduction</a:t>
            </a:r>
            <a:endParaRPr sz="48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14563725" y="7980075"/>
            <a:ext cx="1722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Methodology</a:t>
            </a:r>
            <a:endParaRPr sz="48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06100" y="20585750"/>
            <a:ext cx="16948500" cy="124563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8554700" y="20585750"/>
            <a:ext cx="13551600" cy="124563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1228725" y="21172125"/>
            <a:ext cx="160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Results</a:t>
            </a:r>
            <a:endParaRPr sz="48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19017900" y="21172125"/>
            <a:ext cx="1260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Innovation</a:t>
            </a:r>
            <a:endParaRPr sz="48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1228725" y="8918175"/>
            <a:ext cx="11801400" cy="10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Text here</a:t>
            </a:r>
            <a:endParaRPr sz="24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14563725" y="8918175"/>
            <a:ext cx="17221200" cy="10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Text here</a:t>
            </a:r>
            <a:endParaRPr sz="24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1228725" y="22140275"/>
            <a:ext cx="16030500" cy="10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Text here</a:t>
            </a:r>
            <a:endParaRPr sz="24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19017967" y="22102175"/>
            <a:ext cx="12605100" cy="10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Text her</a:t>
            </a:r>
            <a:r>
              <a:rPr lang="en-GB" sz="24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e</a:t>
            </a:r>
            <a:endParaRPr sz="24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806100" y="33777800"/>
            <a:ext cx="16948500" cy="84750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8554700" y="33777800"/>
            <a:ext cx="13551600" cy="84750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1228725" y="34364175"/>
            <a:ext cx="160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Conclusion</a:t>
            </a:r>
            <a:endParaRPr sz="48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19017900" y="34364175"/>
            <a:ext cx="1260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Future Work &amp; References </a:t>
            </a:r>
            <a:endParaRPr sz="48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1228725" y="35317820"/>
            <a:ext cx="16030500" cy="6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Text here</a:t>
            </a:r>
            <a:endParaRPr sz="24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19017974" y="35294225"/>
            <a:ext cx="12605100" cy="6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Text here</a:t>
            </a:r>
            <a:endParaRPr sz="2400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806100" y="42593775"/>
            <a:ext cx="31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Acknowledgments </a:t>
            </a:r>
            <a:r>
              <a:rPr lang="en-GB" sz="180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Statement</a:t>
            </a:r>
            <a:r>
              <a:rPr lang="en-GB" sz="180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:</a:t>
            </a:r>
            <a:endParaRPr sz="180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9207275" y="3818700"/>
            <a:ext cx="923400" cy="923400"/>
          </a:xfrm>
          <a:prstGeom prst="rect">
            <a:avLst/>
          </a:prstGeom>
          <a:noFill/>
          <a:ln cap="flat" cmpd="sng" w="9525">
            <a:solidFill>
              <a:srgbClr val="0E3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Booth</a:t>
            </a:r>
            <a:endParaRPr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Number</a:t>
            </a:r>
            <a:endParaRPr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7945125" y="3818700"/>
            <a:ext cx="923400" cy="923400"/>
          </a:xfrm>
          <a:prstGeom prst="rect">
            <a:avLst/>
          </a:prstGeom>
          <a:noFill/>
          <a:ln cap="flat" cmpd="sng" w="9525">
            <a:solidFill>
              <a:srgbClr val="0E3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QR</a:t>
            </a:r>
            <a:endParaRPr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Code</a:t>
            </a:r>
            <a:endParaRPr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IF Po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